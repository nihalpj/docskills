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B3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Engineering</c:v>
                  </c:pt>
                  <c:pt idx="1">
                    <c:v>Pulse Dashboard</c:v>
                  </c:pt>
                  <c:pt idx="2">
                    <c:v>Pulse Dashboard</c:v>
                  </c:pt>
                  <c:pt idx="3">
                    <c:v>Orbit CRM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857</c:v>
                </c:pt>
                <c:pt idx="1">
                  <c:v>219</c:v>
                </c:pt>
                <c:pt idx="2">
                  <c:v>273</c:v>
                </c:pt>
                <c:pt idx="3">
                  <c:v>338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3B00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Meridian Health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Next-Step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0.297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219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-0.028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273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-0.049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Orbit CRM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338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0.019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2026-10-08T13:32:34Z</dcterms:created>
  <dcterms:modified xsi:type="dcterms:W3CDTF">2026-10-08T13:32:34Z</dcterms:modified>
</cp:coreProperties>
</file>