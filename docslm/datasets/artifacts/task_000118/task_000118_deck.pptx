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3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Orbit CRM</c:v>
                  </c:pt>
                  <c:pt idx="1">
                    <c:v>Vertex Payroll</c:v>
                  </c:pt>
                  <c:pt idx="2">
                    <c:v>Sales</c:v>
                  </c:pt>
                  <c:pt idx="3">
                    <c:v>Vertex Payroll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281</c:v>
                </c:pt>
                <c:pt idx="1">
                  <c:v>528</c:v>
                </c:pt>
                <c:pt idx="2">
                  <c:v>229</c:v>
                </c:pt>
                <c:pt idx="3">
                  <c:v>255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44A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Cobalt Financial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281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0.408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528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0.044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0.105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0.015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2026-10-08T13:31:59Z</dcterms:created>
  <dcterms:modified xsi:type="dcterms:W3CDTF">2026-10-08T13:31:59Z</dcterms:modified>
</cp:coreProperties>
</file>