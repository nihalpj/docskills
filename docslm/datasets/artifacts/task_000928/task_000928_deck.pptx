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B3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People Ops</c:v>
                  </c:pt>
                  <c:pt idx="1">
                    <c:v>Vertex Payroll</c:v>
                  </c:pt>
                  <c:pt idx="2">
                    <c:v>Pulse Dashboard</c:v>
                  </c:pt>
                  <c:pt idx="3">
                    <c:v>Vertex Payroll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906</c:v>
                </c:pt>
                <c:pt idx="1">
                  <c:v>930</c:v>
                </c:pt>
                <c:pt idx="2">
                  <c:v>194</c:v>
                </c:pt>
                <c:pt idx="3">
                  <c:v>766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3B00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Bluepeak Systems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Next-Step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People Ops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906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0.381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930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0.391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194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0.236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766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-0.119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2026-10-08T13:33:43Z</dcterms:created>
  <dcterms:modified xsi:type="dcterms:W3CDTF">2026-10-08T13:33:43Z</dcterms:modified>
</cp:coreProperties>
</file>