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Pulse Dashboard</c:v>
                  </c:pt>
                  <c:pt idx="1">
                    <c:v>Nimbus Storage</c:v>
                  </c:pt>
                  <c:pt idx="2">
                    <c:v>Pulse Dashboard</c:v>
                  </c:pt>
                  <c:pt idx="3">
                    <c:v>Operations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661</c:v>
                </c:pt>
                <c:pt idx="1">
                  <c:v>831</c:v>
                </c:pt>
                <c:pt idx="2">
                  <c:v>709</c:v>
                </c:pt>
                <c:pt idx="3">
                  <c:v>965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6E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E79"/>
                </a:solidFill>
              </a:rPr>
              <a:t>Pitch Deck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Atlas Logistics · 2026-09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Performance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We recommend expanding channel investment and rebalancing resourcing to sustain growth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business delivered steady growth this quarter, with core KPIs on target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concentration in the main product line increased and retention improved.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Summary and Recommendations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We recommend expanding channel investment and rebalancing resourcing to sustain growth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Cross-team efficiency rose and delivery lead times shortened versus last quarter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business delivered steady growth this quarter, with core KPIs on target.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Numbers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Revenue (k)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Pulse Dashboard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661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0.419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Nimbus Storage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831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0.244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Pulse Dashboard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709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0.067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Operations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965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0.205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Revenue Trend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822960" y="1280160"/>
          <a:ext cx="105156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2026-10-08T13:33:01Z</dcterms:created>
  <dcterms:modified xsi:type="dcterms:W3CDTF">2026-10-08T13:33:01Z</dcterms:modified>
</cp:coreProperties>
</file>