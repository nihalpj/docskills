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B3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Pulse Dashboard</c:v>
                  </c:pt>
                  <c:pt idx="1">
                    <c:v>Marketing</c:v>
                  </c:pt>
                  <c:pt idx="2">
                    <c:v>Vertex Payroll</c:v>
                  </c:pt>
                  <c:pt idx="3">
                    <c:v>Pulse Dashboard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257</c:v>
                </c:pt>
                <c:pt idx="1">
                  <c:v>183</c:v>
                </c:pt>
                <c:pt idx="2">
                  <c:v>727</c:v>
                </c:pt>
                <c:pt idx="3">
                  <c:v>290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B3B00"/>
                </a:solidFill>
              </a:rPr>
              <a:t>Pitch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Bluepeak Systems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and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-0.064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183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0.107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727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0.229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290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0.336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2026-10-08T13:32:03Z</dcterms:created>
  <dcterms:modified xsi:type="dcterms:W3CDTF">2026-10-08T13:32:03Z</dcterms:modified>
</cp:coreProperties>
</file>