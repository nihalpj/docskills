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354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54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8C7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Marketing</c:v>
                  </c:pt>
                  <c:pt idx="1">
                    <c:v>Nimbus Storage</c:v>
                  </c:pt>
                  <c:pt idx="2">
                    <c:v>Operations</c:v>
                  </c:pt>
                  <c:pt idx="3">
                    <c:v>Marketing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919</c:v>
                </c:pt>
                <c:pt idx="1">
                  <c:v>818</c:v>
                </c:pt>
                <c:pt idx="2">
                  <c:v>219</c:v>
                </c:pt>
                <c:pt idx="3">
                  <c:v>346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3544A"/>
                </a:solidFill>
              </a:rPr>
              <a:t>Pitch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Atlas Logistics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Next-Step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and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4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919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-0.034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818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0.329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Operations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219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0.37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346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0.053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33544A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2026-10-08T13:31:51Z</dcterms:created>
  <dcterms:modified xsi:type="dcterms:W3CDTF">2026-10-08T13:31:51Z</dcterms:modified>
</cp:coreProperties>
</file>