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Finance</c:v>
                  </c:pt>
                  <c:pt idx="1">
                    <c:v>Finance</c:v>
                  </c:pt>
                  <c:pt idx="2">
                    <c:v>Engineering</c:v>
                  </c:pt>
                  <c:pt idx="3">
                    <c:v>People Ops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283</c:v>
                </c:pt>
                <c:pt idx="1">
                  <c:v>285</c:v>
                </c:pt>
                <c:pt idx="2">
                  <c:v>838</c:v>
                </c:pt>
                <c:pt idx="3">
                  <c:v>379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6E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</a:rPr>
              <a:t>Pitch Deck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Atlas Logistics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Risks and Challenges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Summary and Recommendations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Finance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283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0.191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Finance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285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0.054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Engineering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838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0.34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People Ops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379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0.278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2026-10-08T13:33:40Z</dcterms:created>
  <dcterms:modified xsi:type="dcterms:W3CDTF">2026-10-08T13:33:40Z</dcterms:modified>
</cp:coreProperties>
</file>