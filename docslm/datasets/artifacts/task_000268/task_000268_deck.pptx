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Nimbus Storage</c:v>
                  </c:pt>
                  <c:pt idx="1">
                    <c:v>Nimbus Storage</c:v>
                  </c:pt>
                  <c:pt idx="2">
                    <c:v>Pulse Dashboard</c:v>
                  </c:pt>
                  <c:pt idx="3">
                    <c:v>People 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575</c:v>
                </c:pt>
                <c:pt idx="1">
                  <c:v>210</c:v>
                </c:pt>
                <c:pt idx="2">
                  <c:v>603</c:v>
                </c:pt>
                <c:pt idx="3">
                  <c:v>767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0.239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767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2026-10-08T13:32:19Z</dcterms:created>
  <dcterms:modified xsi:type="dcterms:W3CDTF">2026-10-08T13:32:19Z</dcterms:modified>
</cp:coreProperties>
</file>