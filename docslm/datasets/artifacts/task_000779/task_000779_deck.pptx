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Summary and Recommendations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Agenda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Status, numbers, next steps.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Numbers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2026-10-08T13:33:23Z</dcterms:created>
  <dcterms:modified xsi:type="dcterms:W3CDTF">2026-10-08T13:33:23Z</dcterms:modified>
</cp:coreProperties>
</file>