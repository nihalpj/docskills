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5B2C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2C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4E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2C6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D4E9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People Ops</c:v>
                  </c:pt>
                  <c:pt idx="1">
                    <c:v>Finance</c:v>
                  </c:pt>
                  <c:pt idx="2">
                    <c:v>Operations</c:v>
                  </c:pt>
                  <c:pt idx="3">
                    <c:v>Vertex Payroll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465</c:v>
                </c:pt>
                <c:pt idx="1">
                  <c:v>606</c:v>
                </c:pt>
                <c:pt idx="2">
                  <c:v>609</c:v>
                </c:pt>
                <c:pt idx="3">
                  <c:v>152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DD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2C6F"/>
                </a:solidFill>
              </a:rPr>
              <a:t>Quarterly Business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Helios Energy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Performance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Executive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People Ops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465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0.298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606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0.386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Operations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609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0.104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0.344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2026-10-08T13:32:49Z</dcterms:created>
  <dcterms:modified xsi:type="dcterms:W3CDTF">2026-10-08T13:32:49Z</dcterms:modified>
</cp:coreProperties>
</file>