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3354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354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8C7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354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B8C7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Marketing</c:v>
                  </c:pt>
                  <c:pt idx="1">
                    <c:v>Vertex Payroll</c:v>
                  </c:pt>
                  <c:pt idx="2">
                    <c:v>Nimbus Storage</c:v>
                  </c:pt>
                  <c:pt idx="3">
                    <c:v>Marketing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413</c:v>
                </c:pt>
                <c:pt idx="1">
                  <c:v>132</c:v>
                </c:pt>
                <c:pt idx="2">
                  <c:v>872</c:v>
                </c:pt>
                <c:pt idx="3">
                  <c:v>580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3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3544A"/>
                </a:solidFill>
              </a:rPr>
              <a:t>Pitch Deck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Meridian Health · 2026-09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33544A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Executive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Cost pressure and regional competition remain the principal risks to monitor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Cross-team efficiency rose and delivery lead times shortened versus last quarter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The business delivered steady growth this quarter, with core KPIs on target.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33544A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Next-Step Plan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Cross-team efficiency rose and delivery lead times shortened versus last quarter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Revenue concentration in the main product line increased and retention improved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Cost pressure and regional competition remain the principal risks to monitor.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33544A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Numbers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54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Revenue (k)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54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YoY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54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Marketing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413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0.352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Vertex Payroll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132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-0.087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Nimbus Storage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872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0.273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Marketing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580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-0.027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33544A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Revenue Trend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822960" y="1280160"/>
          <a:ext cx="105156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2026-10-08T13:32:26Z</dcterms:created>
  <dcterms:modified xsi:type="dcterms:W3CDTF">2026-10-08T13:32:26Z</dcterms:modified>
</cp:coreProperties>
</file>