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354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54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C7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54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8C7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Vertex Payroll</c:v>
                  </c:pt>
                  <c:pt idx="1">
                    <c:v>Nimbus Storage</c:v>
                  </c:pt>
                  <c:pt idx="2">
                    <c:v>Sales</c:v>
                  </c:pt>
                  <c:pt idx="3">
                    <c:v>Orbit CRM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530</c:v>
                </c:pt>
                <c:pt idx="1">
                  <c:v>502</c:v>
                </c:pt>
                <c:pt idx="2">
                  <c:v>747</c:v>
                </c:pt>
                <c:pt idx="3">
                  <c:v>451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3544A"/>
                </a:solidFill>
              </a:rPr>
              <a:t>Pitch Deck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Vantage Retail Group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Project Updates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and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Vertex Payroll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530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0.111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Nimbus Storage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502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-0.101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Sales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747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-0.089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Orbit CRM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451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0.198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2026-10-08T13:32:42Z</dcterms:created>
  <dcterms:modified xsi:type="dcterms:W3CDTF">2026-10-08T13:32:42Z</dcterms:modified>
</cp:coreProperties>
</file>