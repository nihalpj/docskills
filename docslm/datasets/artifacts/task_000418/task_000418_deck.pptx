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Operations</c:v>
                  </c:pt>
                  <c:pt idx="1">
                    <c:v>Operations</c:v>
                  </c:pt>
                  <c:pt idx="2">
                    <c:v>Sales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231</c:v>
                </c:pt>
                <c:pt idx="1">
                  <c:v>449</c:v>
                </c:pt>
                <c:pt idx="2">
                  <c:v>431</c:v>
                </c:pt>
                <c:pt idx="3">
                  <c:v>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Onboarding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Vantage Retail Group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-0.102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449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0.224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431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245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0.336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2026-10-08T13:32:38Z</dcterms:created>
  <dcterms:modified xsi:type="dcterms:W3CDTF">2026-10-08T13:32:38Z</dcterms:modified>
</cp:coreProperties>
</file>