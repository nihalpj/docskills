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10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Risks and Challenges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8000" y="508000"/>
            <a:ext cx="7620000" cy="101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/>
              <a:t>Next Steps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2026-10-08T13:32:07Z</dcterms:created>
  <dcterms:modified xsi:type="dcterms:W3CDTF">2026-10-08T13:32:07Z</dcterms:modified>
</cp:coreProperties>
</file>