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B3B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Sales</c:v>
                  </c:pt>
                  <c:pt idx="1">
                    <c:v>Vertex Payroll</c:v>
                  </c:pt>
                  <c:pt idx="2">
                    <c:v>Marketing</c:v>
                  </c:pt>
                  <c:pt idx="3">
                    <c:v>Sales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301</c:v>
                </c:pt>
                <c:pt idx="1">
                  <c:v>565</c:v>
                </c:pt>
                <c:pt idx="2">
                  <c:v>853</c:v>
                </c:pt>
                <c:pt idx="3">
                  <c:v>137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B3B00"/>
                </a:solidFill>
              </a:rPr>
              <a:t>Pitch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Bluepeak Systems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Project Updates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565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-0.089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-0.021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0.383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2026-10-08T13:31:47Z</dcterms:created>
  <dcterms:modified xsi:type="dcterms:W3CDTF">2026-10-08T13:31:47Z</dcterms:modified>
</cp:coreProperties>
</file>