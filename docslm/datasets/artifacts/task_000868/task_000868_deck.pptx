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E7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4E7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Nimbus Storage</c:v>
                  </c:pt>
                  <c:pt idx="1">
                    <c:v>Orbit CRM</c:v>
                  </c:pt>
                  <c:pt idx="2">
                    <c:v>Nimbus Storage</c:v>
                  </c:pt>
                  <c:pt idx="3">
                    <c:v>Marketing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817</c:v>
                </c:pt>
                <c:pt idx="1">
                  <c:v>431</c:v>
                </c:pt>
                <c:pt idx="2">
                  <c:v>286</c:v>
                </c:pt>
                <c:pt idx="3">
                  <c:v>315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6E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4E79"/>
                </a:solidFill>
              </a:rPr>
              <a:t>Onboarding Training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Cobalt Financial · 2026-09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Next-Step Plan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business delivered steady growth this quarter, with core KPIs on target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Cross-team efficiency rose and delivery lead times shortened versus last quarter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We recommend expanding channel investment and rebalancing resourcing to sustain growth.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Performance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Revenue concentration in the main product line increased and retention improved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Cross-team efficiency rose and delivery lead times shortened versus last quarter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Cost pressure and regional competition remain the principal risks to monitor.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Numbers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Revenue (k)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Nimbus Storage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817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0.258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Orbit CRM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431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0.253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Nimbus Storage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286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0.298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Marketing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315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0.013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Revenue Trend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822960" y="1280160"/>
          <a:ext cx="105156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2026-10-08T13:33:36Z</dcterms:created>
  <dcterms:modified xsi:type="dcterms:W3CDTF">2026-10-08T13:33:36Z</dcterms:modified>
</cp:coreProperties>
</file>