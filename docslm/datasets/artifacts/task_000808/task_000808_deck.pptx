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5B2C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2C6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4E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2C6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D4E9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Vertex Payroll</c:v>
                  </c:pt>
                  <c:pt idx="1">
                    <c:v>Pulse Dashboard</c:v>
                  </c:pt>
                  <c:pt idx="2">
                    <c:v>People Ops</c:v>
                  </c:pt>
                  <c:pt idx="3">
                    <c:v>Orbit CRM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845</c:v>
                </c:pt>
                <c:pt idx="1">
                  <c:v>830</c:v>
                </c:pt>
                <c:pt idx="2">
                  <c:v>488</c:v>
                </c:pt>
                <c:pt idx="3">
                  <c:v>344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DD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2C6F"/>
                </a:solidFill>
              </a:rPr>
              <a:t>Quarterly Business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Atlas Logistics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Performance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Cost pressure and regional competition remain the principal risks to monitor.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Risks and Challenges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Vertex Payroll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845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0.247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Pulse Dashboard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830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0.378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People Ops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488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0.153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Orbit CRM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344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0.065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2026-10-08T13:33:28Z</dcterms:created>
  <dcterms:modified xsi:type="dcterms:W3CDTF">2026-10-08T13:33:28Z</dcterms:modified>
</cp:coreProperties>
</file>