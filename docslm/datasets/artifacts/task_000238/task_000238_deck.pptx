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Marketing</c:v>
                  </c:pt>
                  <c:pt idx="1">
                    <c:v>Orbit CRM</c:v>
                  </c:pt>
                  <c:pt idx="2">
                    <c:v>Marketing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833</c:v>
                </c:pt>
                <c:pt idx="1">
                  <c:v>147</c:v>
                </c:pt>
                <c:pt idx="2">
                  <c:v>790</c:v>
                </c:pt>
                <c:pt idx="3">
                  <c:v>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Onboarding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Vantage Retail Group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833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-0.026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790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0.179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543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0.236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2026-10-08T13:32:15Z</dcterms:created>
  <dcterms:modified xsi:type="dcterms:W3CDTF">2026-10-08T13:32:15Z</dcterms:modified>
</cp:coreProperties>
</file>