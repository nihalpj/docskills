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B2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Pulse Dashboard</c:v>
                  </c:pt>
                  <c:pt idx="1">
                    <c:v>Nimbus Storage</c:v>
                  </c:pt>
                  <c:pt idx="2">
                    <c:v>Pulse Dashboard</c:v>
                  </c:pt>
                  <c:pt idx="3">
                    <c:v>Pulse Dashboard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626</c:v>
                </c:pt>
                <c:pt idx="1">
                  <c:v>220</c:v>
                </c:pt>
                <c:pt idx="2">
                  <c:v>585</c:v>
                </c:pt>
                <c:pt idx="3">
                  <c:v>721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D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C6F"/>
                </a:solidFill>
              </a:rPr>
              <a:t>Onboarding Training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Cobalt Financial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Project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626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-0.011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0.073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585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0.197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721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0.144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2026-10-08T13:33:20Z</dcterms:created>
  <dcterms:modified xsi:type="dcterms:W3CDTF">2026-10-08T13:33:20Z</dcterms:modified>
</cp:coreProperties>
</file>