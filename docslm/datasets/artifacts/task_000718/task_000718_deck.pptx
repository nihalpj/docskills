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5B2C6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2C6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D4E9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Vertex Payroll</c:v>
                  </c:pt>
                  <c:pt idx="1">
                    <c:v>Nimbus Storage</c:v>
                  </c:pt>
                  <c:pt idx="2">
                    <c:v>Sales</c:v>
                  </c:pt>
                  <c:pt idx="3">
                    <c:v>Engineering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959</c:v>
                </c:pt>
                <c:pt idx="1">
                  <c:v>399</c:v>
                </c:pt>
                <c:pt idx="2">
                  <c:v>352</c:v>
                </c:pt>
                <c:pt idx="3">
                  <c:v>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DD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2C6F"/>
                </a:solidFill>
              </a:rPr>
              <a:t>Quarterly Business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66666"/>
                </a:solidFill>
              </a:rPr>
              <a:t>Atlas Logistics · 2026-09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and Challenges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We recommend expanding channel investment and rebalancing resourcing to sustain growth.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Project Updates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4937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Revenue concentration in the main product line increased and retention improved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Cross-team efficiency rose and delivery lead times shortened versus last quarter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The business delivered steady growth this quarter, with core KPIs on target.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Key Numbers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9728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Revenue (k)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C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Vertex Payroll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959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0.435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Nimbus Storage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399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0.033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Sales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352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-0.025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Engineering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226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</a:rPr>
                        <a:t>0.217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5B2C6F"/>
          </a:solidFill>
          <a:ln/>
        </p:spPr>
        <p:txBody>
          <a:bodyPr wrap="square" lIns="152400" tIns="152400" rIns="152400" bIns="15240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Revenue Trend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822960" y="1280160"/>
          <a:ext cx="105156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2026-10-08T13:33:16Z</dcterms:created>
  <dcterms:modified xsi:type="dcterms:W3CDTF">2026-10-08T13:33:16Z</dcterms:modified>
</cp:coreProperties>
</file>