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B3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3B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85F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Pulse Dashboard</c:v>
                  </c:pt>
                  <c:pt idx="1">
                    <c:v>Finance</c:v>
                  </c:pt>
                  <c:pt idx="2">
                    <c:v>Pulse Dashboard</c:v>
                  </c:pt>
                  <c:pt idx="3">
                    <c:v>Engineering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872</c:v>
                </c:pt>
                <c:pt idx="1">
                  <c:v>261</c:v>
                </c:pt>
                <c:pt idx="2">
                  <c:v>721</c:v>
                </c:pt>
                <c:pt idx="3">
                  <c:v>636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B3B00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Atlas Logistics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Project Updates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3B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872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-0.091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261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0.312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721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-0.106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Engineering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636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0.425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B3B00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2026-10-08T13:31:54Z</dcterms:created>
  <dcterms:modified xsi:type="dcterms:W3CDTF">2026-10-08T13:31:54Z</dcterms:modified>
</cp:coreProperties>
</file>