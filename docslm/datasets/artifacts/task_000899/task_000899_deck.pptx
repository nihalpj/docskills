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194560"/>
            <a:ext cx="10698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0000"/>
                </a:solidFill>
              </a:rPr>
              <a:t>Risks and Challenges</a:t>
            </a:r>
            <a:endParaRPr lang="en-US" sz="4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Agenda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188720"/>
            <a:ext cx="109728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000000"/>
                </a:solidFill>
              </a:rPr>
              <a:t>Status, numbers, next steps.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0000"/>
                </a:solidFill>
              </a:rPr>
              <a:t>Numbers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2026-10-08T13:33:39Z</dcterms:created>
  <dcterms:modified xsi:type="dcterms:W3CDTF">2026-10-08T13:33:39Z</dcterms:modified>
</cp:coreProperties>
</file>