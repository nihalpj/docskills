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spPr>
            <a:solidFill>
              <a:srgbClr val="33544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33544A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5B8C74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33544A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5B8C74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Pulse Dashboard</c:v>
                  </c:pt>
                  <c:pt idx="1">
                    <c:v>Orbit CRM</c:v>
                  </c:pt>
                  <c:pt idx="2">
                    <c:v>Marketing</c:v>
                  </c:pt>
                  <c:pt idx="3">
                    <c:v>Pulse Dashboard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646</c:v>
                </c:pt>
                <c:pt idx="1">
                  <c:v>325</c:v>
                </c:pt>
                <c:pt idx="2">
                  <c:v>613</c:v>
                </c:pt>
                <c:pt idx="3">
                  <c:v>672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E3EF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194560"/>
            <a:ext cx="106984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33544A"/>
                </a:solidFill>
              </a:rPr>
              <a:t>Quarterly Business Review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731520" y="338328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666666"/>
                </a:solidFill>
              </a:rPr>
              <a:t>Meridian Health · 2026-09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33544A"/>
          </a:solidFill>
          <a:ln/>
        </p:spPr>
        <p:txBody>
          <a:bodyPr wrap="square" lIns="152400" tIns="152400" rIns="152400" bIns="15240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Performance Analysis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40080" y="1188720"/>
            <a:ext cx="10972800" cy="4937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</a:rPr>
              <a:t>We recommend expanding channel investment and rebalancing resourcing to sustain growth</a:t>
            </a:r>
            <a:endParaRPr lang="en-US" sz="160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</a:rPr>
              <a:t>Cross-team efficiency rose and delivery lead times shortened versus last quarter</a:t>
            </a:r>
            <a:endParaRPr lang="en-US" sz="160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</a:rPr>
              <a:t>Revenue concentration in the main product line increased and retention improved.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33544A"/>
          </a:solidFill>
          <a:ln/>
        </p:spPr>
        <p:txBody>
          <a:bodyPr wrap="square" lIns="152400" tIns="152400" rIns="152400" bIns="15240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Key Project Updates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40080" y="1188720"/>
            <a:ext cx="10972800" cy="4937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</a:rPr>
              <a:t>We recommend expanding channel investment and rebalancing resourcing to sustain growth</a:t>
            </a:r>
            <a:endParaRPr lang="en-US" sz="160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</a:rPr>
              <a:t>Revenue concentration in the main product line increased and retention improved</a:t>
            </a:r>
            <a:endParaRPr lang="en-US" sz="160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</a:rPr>
              <a:t>Cross-team efficiency rose and delivery lead times shortened versus last quarter.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33544A"/>
          </a:solidFill>
          <a:ln/>
        </p:spPr>
        <p:txBody>
          <a:bodyPr wrap="square" lIns="152400" tIns="152400" rIns="152400" bIns="15240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Key Numbers</a:t>
            </a:r>
            <a:endParaRPr lang="en-US" sz="24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280160"/>
          <a:ext cx="10972800" cy="914400"/>
        </p:xfrm>
        <a:graphic>
          <a:graphicData uri="http://schemas.openxmlformats.org/drawingml/2006/table">
            <a:tbl>
              <a:tblPr/>
              <a:tblGrid>
                <a:gridCol w="4572000"/>
                <a:gridCol w="3200400"/>
                <a:gridCol w="320040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Item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54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Revenue (k)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54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YoY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544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Pulse Dashboard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646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0.156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Orbit CRM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325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0.237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Marketing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613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0.359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Pulse Dashboard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672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0.12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33544A"/>
          </a:solidFill>
          <a:ln/>
        </p:spPr>
        <p:txBody>
          <a:bodyPr wrap="square" lIns="152400" tIns="152400" rIns="152400" bIns="15240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Revenue Trend</a:t>
            </a:r>
            <a:endParaRPr lang="en-US" sz="24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822960" y="1280160"/>
          <a:ext cx="10515600" cy="48463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2026-10-08T13:33:05Z</dcterms:created>
  <dcterms:modified xsi:type="dcterms:W3CDTF">2026-10-08T13:33:05Z</dcterms:modified>
</cp:coreProperties>
</file>