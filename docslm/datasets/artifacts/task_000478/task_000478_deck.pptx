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7B3B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B3B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5F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3B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5F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Marketing</c:v>
                  </c:pt>
                  <c:pt idx="1">
                    <c:v>Marketing</c:v>
                  </c:pt>
                  <c:pt idx="2">
                    <c:v>Engineering</c:v>
                  </c:pt>
                  <c:pt idx="3">
                    <c:v>Sales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363</c:v>
                </c:pt>
                <c:pt idx="1">
                  <c:v>608</c:v>
                </c:pt>
                <c:pt idx="2">
                  <c:v>424</c:v>
                </c:pt>
                <c:pt idx="3">
                  <c:v>227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B3B00"/>
                </a:solidFill>
              </a:rPr>
              <a:t>Quarterly Business Review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Helios Energy · 2026-09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3B00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Summary and Recommendations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3B00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Project Updates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3B00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Numbers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B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Revenue (k)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B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B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Marketing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363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0.052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Marketing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608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0.182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Engineering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424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0.142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Sales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227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0.353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3B00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Trend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280160"/>
          <a:ext cx="10515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2026-10-08T13:32:46Z</dcterms:created>
  <dcterms:modified xsi:type="dcterms:W3CDTF">2026-10-08T13:32:46Z</dcterms:modified>
</cp:coreProperties>
</file>