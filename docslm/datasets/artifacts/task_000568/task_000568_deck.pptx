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Engineering</c:v>
                  </c:pt>
                  <c:pt idx="1">
                    <c:v>Marketing</c:v>
                  </c:pt>
                  <c:pt idx="2">
                    <c:v>Vertex Payroll</c:v>
                  </c:pt>
                  <c:pt idx="3">
                    <c:v>Vertex Payroll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538</c:v>
                </c:pt>
                <c:pt idx="1">
                  <c:v>125</c:v>
                </c:pt>
                <c:pt idx="2">
                  <c:v>676</c:v>
                </c:pt>
                <c:pt idx="3">
                  <c:v>427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6E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E79"/>
                </a:solidFill>
              </a:rPr>
              <a:t>Quarterly Business Review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Vantage Retail Group · 2026-09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Next-Step Plan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We recommend expanding channel investment and rebalancing resourcing to sustain growth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concentration in the main product line increased and retention improved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Cost pressure and regional competition remain the principal risks to monitor.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Project Updates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Cross-team efficiency rose and delivery lead times shortened versus last quarter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Cost pressure and regional competition remain the principal risks to monitor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We recommend expanding channel investment and rebalancing resourcing to sustain growth.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Numbers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Revenue (k)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Engineering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538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0.342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Marketing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125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0.009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Vertex Payroll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676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0.106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Vertex Payroll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427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0.133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Revenue Trend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822960" y="1280160"/>
          <a:ext cx="105156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2026-10-08T13:32:57Z</dcterms:created>
  <dcterms:modified xsi:type="dcterms:W3CDTF">2026-10-08T13:32:57Z</dcterms:modified>
</cp:coreProperties>
</file>