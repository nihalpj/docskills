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3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Pulse Dashboard</c:v>
                  </c:pt>
                  <c:pt idx="1">
                    <c:v>Vertex Payroll</c:v>
                  </c:pt>
                  <c:pt idx="2">
                    <c:v>Vertex Payroll</c:v>
                  </c:pt>
                  <c:pt idx="3">
                    <c:v>Nimbus Storage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735</c:v>
                </c:pt>
                <c:pt idx="1">
                  <c:v>369</c:v>
                </c:pt>
                <c:pt idx="2">
                  <c:v>556</c:v>
                </c:pt>
                <c:pt idx="3">
                  <c:v>356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B00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Helios Energy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735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0.247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369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-0.045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556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0.118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356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-0.066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2026-10-08T13:33:08Z</dcterms:created>
  <dcterms:modified xsi:type="dcterms:W3CDTF">2026-10-08T13:33:08Z</dcterms:modified>
</cp:coreProperties>
</file>