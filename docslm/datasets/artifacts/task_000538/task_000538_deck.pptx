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5B2C6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B2C6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7D4E9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5B2C6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7D4E9E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Marketing</c:v>
                  </c:pt>
                  <c:pt idx="1">
                    <c:v>Nimbus Storage</c:v>
                  </c:pt>
                  <c:pt idx="2">
                    <c:v>Nimbus Storage</c:v>
                  </c:pt>
                  <c:pt idx="3">
                    <c:v>Operations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742</c:v>
                </c:pt>
                <c:pt idx="1">
                  <c:v>302</c:v>
                </c:pt>
                <c:pt idx="2">
                  <c:v>153</c:v>
                </c:pt>
                <c:pt idx="3">
                  <c:v>582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ADD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5B2C6F"/>
                </a:solidFill>
              </a:rPr>
              <a:t>Quarterly Business Review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33832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66666"/>
                </a:solidFill>
              </a:rPr>
              <a:t>Vantage Retail Group · 2026-09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5B2C6F"/>
          </a:solidFill>
          <a:ln/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Next-Step Plan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972800" cy="4937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Cross-team efficiency rose and delivery lead times shortened versus last quarter</a:t>
            </a:r>
            <a:endParaRPr lang="en-US" sz="16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Revenue concentration in the main product line increased and retention improved</a:t>
            </a:r>
            <a:endParaRPr lang="en-US" sz="16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Cost pressure and regional competition remain the principal risks to monitor.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5B2C6F"/>
          </a:solidFill>
          <a:ln/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Summary and Recommendations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972800" cy="4937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The business delivered steady growth this quarter, with core KPIs on target</a:t>
            </a:r>
            <a:endParaRPr lang="en-US" sz="16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Cross-team efficiency rose and delivery lead times shortened versus last quarter</a:t>
            </a:r>
            <a:endParaRPr lang="en-US" sz="16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Cost pressure and regional competition remain the principal risks to monitor.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5B2C6F"/>
          </a:solidFill>
          <a:ln/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Key Numbers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280160"/>
          <a:ext cx="10972800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3200400"/>
                <a:gridCol w="32004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Item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C6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Revenue (k)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C6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YoY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C6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Marketing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742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0.403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Nimbus Storage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302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0.326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Nimbus Storage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153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0.377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Operations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582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0.128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5B2C6F"/>
          </a:solidFill>
          <a:ln/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Revenue Trend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822960" y="1280160"/>
          <a:ext cx="1051560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2026-10-08T13:32:53Z</dcterms:created>
  <dcterms:modified xsi:type="dcterms:W3CDTF">2026-10-08T13:32:53Z</dcterms:modified>
</cp:coreProperties>
</file>