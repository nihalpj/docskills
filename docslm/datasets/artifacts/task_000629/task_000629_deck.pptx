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94560"/>
            <a:ext cx="10698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00000"/>
                </a:solidFill>
              </a:rPr>
              <a:t>Summary and Recommendations</a:t>
            </a:r>
            <a:endParaRPr lang="en-US" sz="4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Agenda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09728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Status, numbers, next steps.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Numbers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2026-10-08T13:33:05Z</dcterms:created>
  <dcterms:modified xsi:type="dcterms:W3CDTF">2026-10-08T13:33:05Z</dcterms:modified>
</cp:coreProperties>
</file>