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Engineering</c:v>
                  </c:pt>
                  <c:pt idx="2">
                    <c:v>Orbit CRM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512</c:v>
                </c:pt>
                <c:pt idx="1">
                  <c:v>649</c:v>
                </c:pt>
                <c:pt idx="2">
                  <c:v>331</c:v>
                </c:pt>
                <c:pt idx="3">
                  <c:v>909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0.287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649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-0.114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0.448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2026-10-08T13:33:24Z</dcterms:created>
  <dcterms:modified xsi:type="dcterms:W3CDTF">2026-10-08T13:33:24Z</dcterms:modified>
</cp:coreProperties>
</file>