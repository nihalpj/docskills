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Operations</c:v>
                  </c:pt>
                  <c:pt idx="1">
                    <c:v>Vertex Payroll</c:v>
                  </c:pt>
                  <c:pt idx="2">
                    <c:v>Orbit CRM</c:v>
                  </c:pt>
                  <c:pt idx="3">
                    <c:v>Finance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599</c:v>
                </c:pt>
                <c:pt idx="1">
                  <c:v>227</c:v>
                </c:pt>
                <c:pt idx="2">
                  <c:v>271</c:v>
                </c:pt>
                <c:pt idx="3">
                  <c:v>595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D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C6F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Northwind Analytics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599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0.384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0.342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271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0.024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595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-0.064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2026-10-08T13:33:31Z</dcterms:created>
  <dcterms:modified xsi:type="dcterms:W3CDTF">2026-10-08T13:33:31Z</dcterms:modified>
</cp:coreProperties>
</file>