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Nimbus Storage</c:v>
                  </c:pt>
                  <c:pt idx="1">
                    <c:v>Operations</c:v>
                  </c:pt>
                  <c:pt idx="2">
                    <c:v>Marketing</c:v>
                  </c:pt>
                  <c:pt idx="3">
                    <c:v>Finance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386</c:v>
                </c:pt>
                <c:pt idx="1">
                  <c:v>122</c:v>
                </c:pt>
                <c:pt idx="2">
                  <c:v>848</c:v>
                </c:pt>
                <c:pt idx="3">
                  <c:v>437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E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Quarterly Business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Meridian Health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Performance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and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Nimbus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386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0.056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Operations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848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0.002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437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0.285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2026-10-08T13:32:22Z</dcterms:created>
  <dcterms:modified xsi:type="dcterms:W3CDTF">2026-10-08T13:32:22Z</dcterms:modified>
</cp:coreProperties>
</file>